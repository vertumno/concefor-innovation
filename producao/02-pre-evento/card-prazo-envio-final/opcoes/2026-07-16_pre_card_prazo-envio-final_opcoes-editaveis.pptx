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0C2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2240280" cy="9034272"/>
          </a:xfrm>
          <a:prstGeom prst="rect">
            <a:avLst/>
          </a:prstGeom>
          <a:solidFill>
            <a:srgbClr val="145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6172200"/>
            <a:ext cx="1874519" cy="2331720"/>
          </a:xfrm>
          <a:prstGeom prst="rect">
            <a:avLst/>
          </a:prstGeom>
          <a:solidFill>
            <a:srgbClr val="1F4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40280" y="594360"/>
            <a:ext cx="27431" cy="7863840"/>
          </a:xfrm>
          <a:prstGeom prst="rect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II_Concefor_logo_horizontal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457200"/>
            <a:ext cx="2331720" cy="932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79392" y="53035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DCC9"/>
                </a:solidFill>
                <a:latin typeface="Montserrat"/>
              </a:rPr>
              <a:t>COMUNICADO AOS AUTORES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1417320"/>
            <a:ext cx="40599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DCC9"/>
                </a:solidFill>
                <a:latin typeface="Montserrat"/>
              </a:rPr>
              <a:t>VERSÃO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828800"/>
            <a:ext cx="4114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Teko"/>
              </a:rPr>
              <a:t>FALTA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432304"/>
            <a:ext cx="4114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Teko"/>
              </a:rPr>
              <a:t>UM PASSO.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93008"/>
            <a:ext cx="3794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ontserrat"/>
              </a:rPr>
              <a:t>Envie a versão final do seu trabalho aprovado pela Even3.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87451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DEED"/>
                </a:solidFill>
                <a:latin typeface="Montserrat"/>
              </a:rPr>
              <a:t>PRAZO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103120"/>
            <a:ext cx="1554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Teko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3246120"/>
            <a:ext cx="1463040" cy="27432"/>
          </a:xfrm>
          <a:prstGeom prst="rect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36499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DCC9"/>
                </a:solidFill>
                <a:latin typeface="Teko"/>
              </a:rPr>
              <a:t>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7947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0048" y="4572000"/>
            <a:ext cx="4041648" cy="1737360"/>
          </a:xfrm>
          <a:prstGeom prst="roundRect">
            <a:avLst/>
          </a:prstGeom>
          <a:solidFill>
            <a:srgbClr val="1F4AA1"/>
          </a:solidFill>
          <a:ln w="15240">
            <a:solidFill>
              <a:srgbClr val="00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07792" y="4828032"/>
            <a:ext cx="310896" cy="310896"/>
          </a:xfrm>
          <a:prstGeom prst="ellipse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4832604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2C5D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704" y="48006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Use o template oficial do VIII Concefor</a:t>
            </a:r>
          </a:p>
        </p:txBody>
      </p:sp>
      <p:sp>
        <p:nvSpPr>
          <p:cNvPr id="22" name="Oval 21"/>
          <p:cNvSpPr/>
          <p:nvPr/>
        </p:nvSpPr>
        <p:spPr>
          <a:xfrm>
            <a:off x="2907792" y="5367528"/>
            <a:ext cx="310896" cy="310896"/>
          </a:xfrm>
          <a:prstGeom prst="ellipse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5372100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2C5D"/>
                </a:solidFill>
                <a:latin typeface="Montserra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6704" y="534009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Faça o envio pela plataforma Even3</a:t>
            </a:r>
          </a:p>
        </p:txBody>
      </p:sp>
      <p:sp>
        <p:nvSpPr>
          <p:cNvPr id="25" name="Oval 24"/>
          <p:cNvSpPr/>
          <p:nvPr/>
        </p:nvSpPr>
        <p:spPr>
          <a:xfrm>
            <a:off x="2907792" y="5907024"/>
            <a:ext cx="310896" cy="310896"/>
          </a:xfrm>
          <a:prstGeom prst="ellipse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7792" y="5911596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2C5D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6704" y="5833872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Confirme a inscrição de pelo menos um autor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8336" y="6601968"/>
            <a:ext cx="3794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4DEED"/>
                </a:solidFill>
                <a:latin typeface="Montserrat"/>
              </a:rPr>
              <a:t>Para publicação nos Anais, todos os autores também devem constar no cadastro do trabalho.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88336" y="7360920"/>
            <a:ext cx="4032504" cy="27431"/>
          </a:xfrm>
          <a:prstGeom prst="rect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88336" y="7571231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17—20 AGO 2026  ·  VITÓRIA—ES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8336" y="7936992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DCC9"/>
                </a:solidFill>
                <a:latin typeface="Montserrat"/>
              </a:rPr>
              <a:t>concefor.cefor.ifes.edu.br</a:t>
            </a:r>
          </a:p>
        </p:txBody>
      </p:sp>
      <p:pic>
        <p:nvPicPr>
          <p:cNvPr id="32" name="Picture 31" descr="Selo_20_anos_Cefor_Aplicacao_Cefor_horizontal_horizontal_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211312"/>
            <a:ext cx="6446520" cy="1681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1F4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40680" y="109728"/>
            <a:ext cx="1874519" cy="7543800"/>
          </a:xfrm>
          <a:prstGeom prst="rect">
            <a:avLst/>
          </a:prstGeom>
          <a:solidFill>
            <a:srgbClr val="0C2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53527"/>
            <a:ext cx="7315200" cy="1490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566928"/>
            <a:ext cx="82296" cy="960120"/>
          </a:xfrm>
          <a:prstGeom prst="rect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II_Concefor_logo_horizontal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57200"/>
            <a:ext cx="2331720" cy="932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1828800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Teko"/>
              </a:rPr>
              <a:t>TRABALHO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414016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Teko"/>
              </a:rPr>
              <a:t>APROVADO?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10128"/>
            <a:ext cx="4526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DCC9"/>
                </a:solidFill>
                <a:latin typeface="Montserrat"/>
              </a:rPr>
              <a:t>GARANTA A PUBLICAÇÃO NOS ANAIS.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431596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ontserrat"/>
              </a:rPr>
              <a:t>O envio final deve ser feito pela Even3, usando o template oficial do evento.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" y="5138928"/>
            <a:ext cx="347472" cy="347472"/>
          </a:xfrm>
          <a:prstGeom prst="ellipse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5143500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2C5D"/>
                </a:solidFill>
                <a:latin typeface="Montserra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CC9"/>
                </a:solidFill>
                <a:latin typeface="Montserrat"/>
              </a:rPr>
              <a:t>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2" y="51206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ontserrat"/>
              </a:rPr>
              <a:t>formate a versão final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5596128"/>
            <a:ext cx="3977639" cy="13715"/>
          </a:xfrm>
          <a:prstGeom prst="rect">
            <a:avLst/>
          </a:prstGeom>
          <a:solidFill>
            <a:srgbClr val="47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2064" y="5888736"/>
            <a:ext cx="347472" cy="347472"/>
          </a:xfrm>
          <a:prstGeom prst="ellipse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5893308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2C5D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7044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CC9"/>
                </a:solidFill>
                <a:latin typeface="Montserrat"/>
              </a:rPr>
              <a:t>EVEN3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2" y="5870448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ontserrat"/>
              </a:rPr>
              <a:t>envie o arquivo na plataforma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6345936"/>
            <a:ext cx="3977639" cy="13715"/>
          </a:xfrm>
          <a:prstGeom prst="rect">
            <a:avLst/>
          </a:prstGeom>
          <a:solidFill>
            <a:srgbClr val="47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" y="6638544"/>
            <a:ext cx="347472" cy="347472"/>
          </a:xfrm>
          <a:prstGeom prst="ellipse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6643116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2C5D"/>
                </a:solidFill>
                <a:latin typeface="Montserra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6202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DCC9"/>
                </a:solidFill>
                <a:latin typeface="Montserrat"/>
              </a:rPr>
              <a:t>INSCRIÇÃO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992" y="662025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ontserrat"/>
              </a:rPr>
              <a:t>ao menos um autor inscrito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1078992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DCC9"/>
                </a:solidFill>
                <a:latin typeface="Montserrat"/>
              </a:rPr>
              <a:t>PRAZO FINAL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627632"/>
            <a:ext cx="1682496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Teko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2432" y="2688336"/>
            <a:ext cx="1261872" cy="36576"/>
          </a:xfrm>
          <a:prstGeom prst="rect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2880360"/>
            <a:ext cx="168249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Teko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3913632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4DEED"/>
                </a:solidFill>
                <a:latin typeface="Montserrat"/>
              </a:rPr>
              <a:t>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690872"/>
            <a:ext cx="1353312" cy="530352"/>
          </a:xfrm>
          <a:prstGeom prst="roundRect">
            <a:avLst/>
          </a:prstGeom>
          <a:solidFill>
            <a:srgbClr val="00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4690872"/>
            <a:ext cx="1353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2C5D"/>
                </a:solidFill>
                <a:latin typeface="Montserrat"/>
              </a:rPr>
              <a:t>PELA EVEN3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5989320"/>
            <a:ext cx="15361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eko"/>
              </a:rPr>
              <a:t>17—20
AGOSTO
VITÓRIA—ES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7909560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2C5D"/>
                </a:solidFill>
                <a:latin typeface="Montserrat"/>
              </a:rPr>
              <a:t>concefor.cefor.ifes.edu.br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832104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F4AA1"/>
                </a:solidFill>
                <a:latin typeface="Montserrat"/>
              </a:rPr>
              <a:t>Orientações e templates no site oficial</a:t>
            </a:r>
          </a:p>
        </p:txBody>
      </p:sp>
      <p:pic>
        <p:nvPicPr>
          <p:cNvPr id="36" name="Picture 35" descr="Selo_20_anos_Cefor_Aplicacao_Cefor_horizontal_horizontal_color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7891272"/>
            <a:ext cx="2926080" cy="763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