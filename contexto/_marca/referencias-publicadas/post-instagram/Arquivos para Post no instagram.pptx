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2573000" cx="10287000"/>
  <p:notesSz cx="6858000" cy="9144000"/>
  <p:embeddedFontLst>
    <p:embeddedFont>
      <p:font typeface="Montserrat Black"/>
      <p:bold r:id="rId11"/>
      <p:boldItalic r:id="rId12"/>
    </p:embeddedFont>
    <p:embeddedFont>
      <p:font typeface="Montserrat Medium"/>
      <p:regular r:id="rId13"/>
      <p:bold r:id="rId14"/>
      <p:italic r:id="rId15"/>
      <p:boldItalic r:id="rId16"/>
    </p:embeddedFont>
    <p:embeddedFont>
      <p:font typeface="Montserrat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Black-bold.fntdata"/><Relationship Id="rId10" Type="http://schemas.openxmlformats.org/officeDocument/2006/relationships/slide" Target="slides/slide5.xml"/><Relationship Id="rId13" Type="http://schemas.openxmlformats.org/officeDocument/2006/relationships/font" Target="fonts/MontserratMedium-regular.fntdata"/><Relationship Id="rId12" Type="http://schemas.openxmlformats.org/officeDocument/2006/relationships/font" Target="fonts/MontserratBlac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Medium-italic.fntdata"/><Relationship Id="rId14" Type="http://schemas.openxmlformats.org/officeDocument/2006/relationships/font" Target="fonts/MontserratMedium-bold.fntdata"/><Relationship Id="rId17" Type="http://schemas.openxmlformats.org/officeDocument/2006/relationships/font" Target="fonts/MontserratExtraBold-bold.fntdata"/><Relationship Id="rId16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26548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026548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39359b4a_0_18:notes"/>
          <p:cNvSpPr/>
          <p:nvPr>
            <p:ph idx="2" type="sldImg"/>
          </p:nvPr>
        </p:nvSpPr>
        <p:spPr>
          <a:xfrm>
            <a:off x="2026548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39359b4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d6f4d82af_0_0:notes"/>
          <p:cNvSpPr/>
          <p:nvPr>
            <p:ph idx="2" type="sldImg"/>
          </p:nvPr>
        </p:nvSpPr>
        <p:spPr>
          <a:xfrm>
            <a:off x="2026548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d6f4d82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f39359b4a_0_24:notes"/>
          <p:cNvSpPr/>
          <p:nvPr>
            <p:ph idx="2" type="sldImg"/>
          </p:nvPr>
        </p:nvSpPr>
        <p:spPr>
          <a:xfrm>
            <a:off x="2026548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f39359b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f39359b4a_0_29:notes"/>
          <p:cNvSpPr/>
          <p:nvPr>
            <p:ph idx="2" type="sldImg"/>
          </p:nvPr>
        </p:nvSpPr>
        <p:spPr>
          <a:xfrm>
            <a:off x="2026548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f39359b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1820072"/>
            <a:ext cx="9585600" cy="5017500"/>
          </a:xfrm>
          <a:prstGeom prst="rect">
            <a:avLst/>
          </a:prstGeom>
        </p:spPr>
        <p:txBody>
          <a:bodyPr anchorCtr="0" anchor="b" bIns="143075" lIns="143075" spcFirstLastPara="1" rIns="143075" wrap="square" tIns="143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1pPr>
            <a:lvl2pPr lvl="1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2pPr>
            <a:lvl3pPr lvl="2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3pPr>
            <a:lvl4pPr lvl="3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4pPr>
            <a:lvl5pPr lvl="4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5pPr>
            <a:lvl6pPr lvl="5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6pPr>
            <a:lvl7pPr lvl="6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7pPr>
            <a:lvl8pPr lvl="7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8pPr>
            <a:lvl9pPr lvl="8" algn="ctr">
              <a:spcBef>
                <a:spcPts val="0"/>
              </a:spcBef>
              <a:spcAft>
                <a:spcPts val="0"/>
              </a:spcAft>
              <a:buSzPts val="8137"/>
              <a:buNone/>
              <a:defRPr sz="8137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6927861"/>
            <a:ext cx="9585600" cy="19374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5257633"/>
            <a:ext cx="9585600" cy="20577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1pPr>
            <a:lvl2pPr lvl="1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2pPr>
            <a:lvl3pPr lvl="2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3pPr>
            <a:lvl4pPr lvl="3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4pPr>
            <a:lvl5pPr lvl="4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5pPr>
            <a:lvl6pPr lvl="5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6pPr>
            <a:lvl7pPr lvl="6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7pPr>
            <a:lvl8pPr lvl="7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8pPr>
            <a:lvl9pPr lvl="8" algn="ctr">
              <a:spcBef>
                <a:spcPts val="0"/>
              </a:spcBef>
              <a:spcAft>
                <a:spcPts val="0"/>
              </a:spcAft>
              <a:buSzPts val="5633"/>
              <a:buNone/>
              <a:defRPr sz="5633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087839"/>
            <a:ext cx="9585600" cy="13998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1pPr>
            <a:lvl2pPr lvl="1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2pPr>
            <a:lvl3pPr lvl="2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3pPr>
            <a:lvl4pPr lvl="3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4pPr>
            <a:lvl5pPr lvl="4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5pPr>
            <a:lvl6pPr lvl="5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6pPr>
            <a:lvl7pPr lvl="6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7pPr>
            <a:lvl8pPr lvl="7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8pPr>
            <a:lvl9pPr lvl="8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2817161"/>
            <a:ext cx="9585600" cy="83511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indent="-407459" lvl="0" marL="457200">
              <a:spcBef>
                <a:spcPts val="0"/>
              </a:spcBef>
              <a:spcAft>
                <a:spcPts val="0"/>
              </a:spcAft>
              <a:buSzPts val="2817"/>
              <a:buChar char="●"/>
              <a:defRPr sz="2817"/>
            </a:lvl1pPr>
            <a:lvl2pPr indent="-367712" lvl="1" marL="914400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2pPr>
            <a:lvl3pPr indent="-367712" lvl="2" marL="1371600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3pPr>
            <a:lvl4pPr indent="-367712" lvl="3" marL="1828800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4pPr>
            <a:lvl5pPr indent="-367712" lvl="4" marL="2286000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5pPr>
            <a:lvl6pPr indent="-367712" lvl="5" marL="2743200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6pPr>
            <a:lvl7pPr indent="-367712" lvl="6" marL="3200400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7pPr>
            <a:lvl8pPr indent="-367712" lvl="7" marL="3657600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8pPr>
            <a:lvl9pPr indent="-367712" lvl="8" marL="4114800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087839"/>
            <a:ext cx="9585600" cy="13998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1pPr>
            <a:lvl2pPr lvl="1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2pPr>
            <a:lvl3pPr lvl="2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3pPr>
            <a:lvl4pPr lvl="3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4pPr>
            <a:lvl5pPr lvl="4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5pPr>
            <a:lvl6pPr lvl="5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6pPr>
            <a:lvl7pPr lvl="6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7pPr>
            <a:lvl8pPr lvl="7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8pPr>
            <a:lvl9pPr lvl="8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2817161"/>
            <a:ext cx="4500000" cy="83511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indent="-367712" lvl="0" marL="457200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1pPr>
            <a:lvl2pPr indent="-347839" lvl="1" marL="9144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2pPr>
            <a:lvl3pPr indent="-347839" lvl="2" marL="13716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3pPr>
            <a:lvl4pPr indent="-347839" lvl="3" marL="18288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4pPr>
            <a:lvl5pPr indent="-347839" lvl="4" marL="22860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5pPr>
            <a:lvl6pPr indent="-347839" lvl="5" marL="27432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6pPr>
            <a:lvl7pPr indent="-347839" lvl="6" marL="32004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7pPr>
            <a:lvl8pPr indent="-347839" lvl="7" marL="36576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8pPr>
            <a:lvl9pPr indent="-347839" lvl="8" marL="41148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2817161"/>
            <a:ext cx="4500000" cy="83511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indent="-367712" lvl="0" marL="457200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1pPr>
            <a:lvl2pPr indent="-347839" lvl="1" marL="9144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2pPr>
            <a:lvl3pPr indent="-347839" lvl="2" marL="13716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3pPr>
            <a:lvl4pPr indent="-347839" lvl="3" marL="18288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4pPr>
            <a:lvl5pPr indent="-347839" lvl="4" marL="22860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5pPr>
            <a:lvl6pPr indent="-347839" lvl="5" marL="27432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6pPr>
            <a:lvl7pPr indent="-347839" lvl="6" marL="32004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7pPr>
            <a:lvl8pPr indent="-347839" lvl="7" marL="36576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8pPr>
            <a:lvl9pPr indent="-347839" lvl="8" marL="41148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087839"/>
            <a:ext cx="9585600" cy="13998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1pPr>
            <a:lvl2pPr lvl="1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2pPr>
            <a:lvl3pPr lvl="2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3pPr>
            <a:lvl4pPr lvl="3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4pPr>
            <a:lvl5pPr lvl="4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5pPr>
            <a:lvl6pPr lvl="5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6pPr>
            <a:lvl7pPr lvl="6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7pPr>
            <a:lvl8pPr lvl="7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8pPr>
            <a:lvl9pPr lvl="8">
              <a:spcBef>
                <a:spcPts val="0"/>
              </a:spcBef>
              <a:spcAft>
                <a:spcPts val="0"/>
              </a:spcAft>
              <a:buSzPts val="4381"/>
              <a:buNone/>
              <a:defRPr sz="4381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358133"/>
            <a:ext cx="3159000" cy="1847400"/>
          </a:xfrm>
          <a:prstGeom prst="rect">
            <a:avLst/>
          </a:prstGeom>
        </p:spPr>
        <p:txBody>
          <a:bodyPr anchorCtr="0" anchor="b" bIns="143075" lIns="143075" spcFirstLastPara="1" rIns="143075" wrap="square" tIns="143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1pPr>
            <a:lvl2pPr lvl="1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2pPr>
            <a:lvl3pPr lvl="2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3pPr>
            <a:lvl4pPr lvl="3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4pPr>
            <a:lvl5pPr lvl="4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5pPr>
            <a:lvl6pPr lvl="5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6pPr>
            <a:lvl7pPr lvl="6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7pPr>
            <a:lvl8pPr lvl="7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8pPr>
            <a:lvl9pPr lvl="8">
              <a:spcBef>
                <a:spcPts val="0"/>
              </a:spcBef>
              <a:spcAft>
                <a:spcPts val="0"/>
              </a:spcAft>
              <a:buSzPts val="3756"/>
              <a:buNone/>
              <a:defRPr sz="3756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3396800"/>
            <a:ext cx="3159000" cy="77718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indent="-347839" lvl="0" marL="4572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1pPr>
            <a:lvl2pPr indent="-347839" lvl="1" marL="9144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2pPr>
            <a:lvl3pPr indent="-347839" lvl="2" marL="13716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3pPr>
            <a:lvl4pPr indent="-347839" lvl="3" marL="18288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4pPr>
            <a:lvl5pPr indent="-347839" lvl="4" marL="22860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5pPr>
            <a:lvl6pPr indent="-347839" lvl="5" marL="27432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6pPr>
            <a:lvl7pPr indent="-347839" lvl="6" marL="3200400">
              <a:spcBef>
                <a:spcPts val="0"/>
              </a:spcBef>
              <a:spcAft>
                <a:spcPts val="0"/>
              </a:spcAft>
              <a:buSzPts val="1878"/>
              <a:buChar char="●"/>
              <a:defRPr sz="1878"/>
            </a:lvl7pPr>
            <a:lvl8pPr indent="-347839" lvl="7" marL="3657600">
              <a:spcBef>
                <a:spcPts val="0"/>
              </a:spcBef>
              <a:spcAft>
                <a:spcPts val="0"/>
              </a:spcAft>
              <a:buSzPts val="1878"/>
              <a:buChar char="○"/>
              <a:defRPr sz="1878"/>
            </a:lvl8pPr>
            <a:lvl9pPr indent="-347839" lvl="8" marL="4114800">
              <a:spcBef>
                <a:spcPts val="0"/>
              </a:spcBef>
              <a:spcAft>
                <a:spcPts val="0"/>
              </a:spcAft>
              <a:buSzPts val="1878"/>
              <a:buChar char="■"/>
              <a:defRPr sz="1878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100367"/>
            <a:ext cx="7163700" cy="99996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1pPr>
            <a:lvl2pPr lvl="1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2pPr>
            <a:lvl3pPr lvl="2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3pPr>
            <a:lvl4pPr lvl="3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4pPr>
            <a:lvl5pPr lvl="4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5pPr>
            <a:lvl6pPr lvl="5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6pPr>
            <a:lvl7pPr lvl="6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7pPr>
            <a:lvl8pPr lvl="7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8pPr>
            <a:lvl9pPr lvl="8">
              <a:spcBef>
                <a:spcPts val="0"/>
              </a:spcBef>
              <a:spcAft>
                <a:spcPts val="0"/>
              </a:spcAft>
              <a:buSzPts val="7511"/>
              <a:buNone/>
              <a:defRPr sz="7511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306"/>
            <a:ext cx="5143500" cy="1257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3075" lIns="143075" spcFirstLastPara="1" rIns="143075" wrap="square" tIns="14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3014428"/>
            <a:ext cx="4550700" cy="3623400"/>
          </a:xfrm>
          <a:prstGeom prst="rect">
            <a:avLst/>
          </a:prstGeom>
        </p:spPr>
        <p:txBody>
          <a:bodyPr anchorCtr="0" anchor="b" bIns="143075" lIns="143075" spcFirstLastPara="1" rIns="143075" wrap="square" tIns="143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1pPr>
            <a:lvl2pPr lvl="1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2pPr>
            <a:lvl3pPr lvl="2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3pPr>
            <a:lvl4pPr lvl="3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4pPr>
            <a:lvl5pPr lvl="4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5pPr>
            <a:lvl6pPr lvl="5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6pPr>
            <a:lvl7pPr lvl="6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7pPr>
            <a:lvl8pPr lvl="7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8pPr>
            <a:lvl9pPr lvl="8" algn="ctr">
              <a:spcBef>
                <a:spcPts val="0"/>
              </a:spcBef>
              <a:spcAft>
                <a:spcPts val="0"/>
              </a:spcAft>
              <a:buSzPts val="6572"/>
              <a:buNone/>
              <a:defRPr sz="657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6851961"/>
            <a:ext cx="4550700" cy="30192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86"/>
              <a:buNone/>
              <a:defRPr sz="328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1769961"/>
            <a:ext cx="4316700" cy="90324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indent="-407459" lvl="0" marL="457200">
              <a:spcBef>
                <a:spcPts val="0"/>
              </a:spcBef>
              <a:spcAft>
                <a:spcPts val="0"/>
              </a:spcAft>
              <a:buSzPts val="2817"/>
              <a:buChar char="●"/>
              <a:defRPr sz="2817"/>
            </a:lvl1pPr>
            <a:lvl2pPr indent="-367712" lvl="1" marL="914400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2pPr>
            <a:lvl3pPr indent="-367712" lvl="2" marL="1371600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3pPr>
            <a:lvl4pPr indent="-367712" lvl="3" marL="1828800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4pPr>
            <a:lvl5pPr indent="-367712" lvl="4" marL="2286000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5pPr>
            <a:lvl6pPr indent="-367712" lvl="5" marL="2743200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6pPr>
            <a:lvl7pPr indent="-367712" lvl="6" marL="3200400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7pPr>
            <a:lvl8pPr indent="-367712" lvl="7" marL="3657600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8pPr>
            <a:lvl9pPr indent="-367712" lvl="8" marL="4114800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0341406"/>
            <a:ext cx="6748800" cy="14790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17"/>
              <a:buNone/>
              <a:defRPr sz="2817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2703861"/>
            <a:ext cx="9585600" cy="4799700"/>
          </a:xfrm>
          <a:prstGeom prst="rect">
            <a:avLst/>
          </a:prstGeom>
        </p:spPr>
        <p:txBody>
          <a:bodyPr anchorCtr="0" anchor="b" bIns="143075" lIns="143075" spcFirstLastPara="1" rIns="143075" wrap="square" tIns="143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1pPr>
            <a:lvl2pPr lvl="1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2pPr>
            <a:lvl3pPr lvl="2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3pPr>
            <a:lvl4pPr lvl="3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4pPr>
            <a:lvl5pPr lvl="4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5pPr>
            <a:lvl6pPr lvl="5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6pPr>
            <a:lvl7pPr lvl="6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7pPr>
            <a:lvl8pPr lvl="7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8pPr>
            <a:lvl9pPr lvl="8" algn="ctr">
              <a:spcBef>
                <a:spcPts val="0"/>
              </a:spcBef>
              <a:spcAft>
                <a:spcPts val="0"/>
              </a:spcAft>
              <a:buSzPts val="18778"/>
              <a:buNone/>
              <a:defRPr sz="18778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7705439"/>
            <a:ext cx="9585600" cy="3179700"/>
          </a:xfrm>
          <a:prstGeom prst="rect">
            <a:avLst/>
          </a:prstGeom>
        </p:spPr>
        <p:txBody>
          <a:bodyPr anchorCtr="0" anchor="t" bIns="143075" lIns="143075" spcFirstLastPara="1" rIns="143075" wrap="square" tIns="143075">
            <a:normAutofit/>
          </a:bodyPr>
          <a:lstStyle>
            <a:lvl1pPr indent="-407459" lvl="0" marL="457200" algn="ctr">
              <a:spcBef>
                <a:spcPts val="0"/>
              </a:spcBef>
              <a:spcAft>
                <a:spcPts val="0"/>
              </a:spcAft>
              <a:buSzPts val="2817"/>
              <a:buChar char="●"/>
              <a:defRPr sz="2817"/>
            </a:lvl1pPr>
            <a:lvl2pPr indent="-367712" lvl="1" marL="914400" algn="ctr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2pPr>
            <a:lvl3pPr indent="-367712" lvl="2" marL="1371600" algn="ctr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3pPr>
            <a:lvl4pPr indent="-367712" lvl="3" marL="1828800" algn="ctr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4pPr>
            <a:lvl5pPr indent="-367712" lvl="4" marL="2286000" algn="ctr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5pPr>
            <a:lvl6pPr indent="-367712" lvl="5" marL="2743200" algn="ctr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6pPr>
            <a:lvl7pPr indent="-367712" lvl="6" marL="3200400" algn="ctr">
              <a:spcBef>
                <a:spcPts val="0"/>
              </a:spcBef>
              <a:spcAft>
                <a:spcPts val="0"/>
              </a:spcAft>
              <a:buSzPts val="2191"/>
              <a:buChar char="●"/>
              <a:defRPr sz="2191"/>
            </a:lvl7pPr>
            <a:lvl8pPr indent="-367712" lvl="7" marL="3657600" algn="ctr">
              <a:spcBef>
                <a:spcPts val="0"/>
              </a:spcBef>
              <a:spcAft>
                <a:spcPts val="0"/>
              </a:spcAft>
              <a:buSzPts val="2191"/>
              <a:buChar char="○"/>
              <a:defRPr sz="2191"/>
            </a:lvl8pPr>
            <a:lvl9pPr indent="-367712" lvl="8" marL="4114800" algn="ctr">
              <a:spcBef>
                <a:spcPts val="0"/>
              </a:spcBef>
              <a:spcAft>
                <a:spcPts val="0"/>
              </a:spcAft>
              <a:buSzPts val="2191"/>
              <a:buChar char="■"/>
              <a:defRPr sz="219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>
              <a:buNone/>
              <a:defRPr sz="1565"/>
            </a:lvl1pPr>
            <a:lvl2pPr lvl="1">
              <a:buNone/>
              <a:defRPr sz="1565"/>
            </a:lvl2pPr>
            <a:lvl3pPr lvl="2">
              <a:buNone/>
              <a:defRPr sz="1565"/>
            </a:lvl3pPr>
            <a:lvl4pPr lvl="3">
              <a:buNone/>
              <a:defRPr sz="1565"/>
            </a:lvl4pPr>
            <a:lvl5pPr lvl="4">
              <a:buNone/>
              <a:defRPr sz="1565"/>
            </a:lvl5pPr>
            <a:lvl6pPr lvl="5">
              <a:buNone/>
              <a:defRPr sz="1565"/>
            </a:lvl6pPr>
            <a:lvl7pPr lvl="6">
              <a:buNone/>
              <a:defRPr sz="1565"/>
            </a:lvl7pPr>
            <a:lvl8pPr lvl="7">
              <a:buNone/>
              <a:defRPr sz="1565"/>
            </a:lvl8pPr>
            <a:lvl9pPr lvl="8">
              <a:buNone/>
              <a:defRPr sz="156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087839"/>
            <a:ext cx="95856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075" lIns="143075" spcFirstLastPara="1" rIns="143075" wrap="square" tIns="143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1"/>
              <a:buNone/>
              <a:defRPr sz="438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2817161"/>
            <a:ext cx="9585600" cy="83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075" lIns="143075" spcFirstLastPara="1" rIns="143075" wrap="square" tIns="143075">
            <a:normAutofit/>
          </a:bodyPr>
          <a:lstStyle>
            <a:lvl1pPr indent="-407459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17"/>
              <a:buChar char="●"/>
              <a:defRPr sz="2817">
                <a:solidFill>
                  <a:schemeClr val="dk2"/>
                </a:solidFill>
              </a:defRPr>
            </a:lvl1pPr>
            <a:lvl2pPr indent="-36771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○"/>
              <a:defRPr sz="2191">
                <a:solidFill>
                  <a:schemeClr val="dk2"/>
                </a:solidFill>
              </a:defRPr>
            </a:lvl2pPr>
            <a:lvl3pPr indent="-36771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■"/>
              <a:defRPr sz="2191">
                <a:solidFill>
                  <a:schemeClr val="dk2"/>
                </a:solidFill>
              </a:defRPr>
            </a:lvl3pPr>
            <a:lvl4pPr indent="-36771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●"/>
              <a:defRPr sz="2191">
                <a:solidFill>
                  <a:schemeClr val="dk2"/>
                </a:solidFill>
              </a:defRPr>
            </a:lvl4pPr>
            <a:lvl5pPr indent="-36771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○"/>
              <a:defRPr sz="2191">
                <a:solidFill>
                  <a:schemeClr val="dk2"/>
                </a:solidFill>
              </a:defRPr>
            </a:lvl5pPr>
            <a:lvl6pPr indent="-36771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■"/>
              <a:defRPr sz="2191">
                <a:solidFill>
                  <a:schemeClr val="dk2"/>
                </a:solidFill>
              </a:defRPr>
            </a:lvl6pPr>
            <a:lvl7pPr indent="-36771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●"/>
              <a:defRPr sz="2191">
                <a:solidFill>
                  <a:schemeClr val="dk2"/>
                </a:solidFill>
              </a:defRPr>
            </a:lvl7pPr>
            <a:lvl8pPr indent="-36771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○"/>
              <a:defRPr sz="2191">
                <a:solidFill>
                  <a:schemeClr val="dk2"/>
                </a:solidFill>
              </a:defRPr>
            </a:lvl8pPr>
            <a:lvl9pPr indent="-36771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91"/>
              <a:buChar char="■"/>
              <a:defRPr sz="219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1398974"/>
            <a:ext cx="6174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75" lIns="143075" spcFirstLastPara="1" rIns="143075" wrap="square" tIns="143075">
            <a:normAutofit/>
          </a:bodyPr>
          <a:lstStyle>
            <a:lvl1pPr lvl="0" algn="r">
              <a:buNone/>
              <a:defRPr sz="1565">
                <a:solidFill>
                  <a:schemeClr val="dk2"/>
                </a:solidFill>
              </a:defRPr>
            </a:lvl1pPr>
            <a:lvl2pPr lvl="1" algn="r">
              <a:buNone/>
              <a:defRPr sz="1565">
                <a:solidFill>
                  <a:schemeClr val="dk2"/>
                </a:solidFill>
              </a:defRPr>
            </a:lvl2pPr>
            <a:lvl3pPr lvl="2" algn="r">
              <a:buNone/>
              <a:defRPr sz="1565">
                <a:solidFill>
                  <a:schemeClr val="dk2"/>
                </a:solidFill>
              </a:defRPr>
            </a:lvl3pPr>
            <a:lvl4pPr lvl="3" algn="r">
              <a:buNone/>
              <a:defRPr sz="1565">
                <a:solidFill>
                  <a:schemeClr val="dk2"/>
                </a:solidFill>
              </a:defRPr>
            </a:lvl4pPr>
            <a:lvl5pPr lvl="4" algn="r">
              <a:buNone/>
              <a:defRPr sz="1565">
                <a:solidFill>
                  <a:schemeClr val="dk2"/>
                </a:solidFill>
              </a:defRPr>
            </a:lvl5pPr>
            <a:lvl6pPr lvl="5" algn="r">
              <a:buNone/>
              <a:defRPr sz="1565">
                <a:solidFill>
                  <a:schemeClr val="dk2"/>
                </a:solidFill>
              </a:defRPr>
            </a:lvl6pPr>
            <a:lvl7pPr lvl="6" algn="r">
              <a:buNone/>
              <a:defRPr sz="1565">
                <a:solidFill>
                  <a:schemeClr val="dk2"/>
                </a:solidFill>
              </a:defRPr>
            </a:lvl7pPr>
            <a:lvl8pPr lvl="7" algn="r">
              <a:buNone/>
              <a:defRPr sz="1565">
                <a:solidFill>
                  <a:schemeClr val="dk2"/>
                </a:solidFill>
              </a:defRPr>
            </a:lvl8pPr>
            <a:lvl9pPr lvl="8" algn="r">
              <a:buNone/>
              <a:defRPr sz="156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03850" y="9390275"/>
            <a:ext cx="71478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Centro de Referência em Formação e Educação a Distância do ifes convida você para a 8ª edição do Concefor. Vamos reunir pesquisadores de todo o Brasil para debater tecnologia, inovação docente e os novos cenários do ensino a distância e híbrido. Um espaço essencial para compartilhar saberes e construir o futuro da educação.</a:t>
            </a:r>
            <a:endParaRPr sz="2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000" y="9856800"/>
            <a:ext cx="1159400" cy="1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2475450" y="9999875"/>
            <a:ext cx="5690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SUBMISSÕES: </a:t>
            </a:r>
            <a:r>
              <a:rPr lang="pt-BR" sz="2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ATÉ 25 DE MAIO</a:t>
            </a:r>
            <a:endParaRPr sz="26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000" y="9856800"/>
            <a:ext cx="1272450" cy="116741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75450" y="9796000"/>
            <a:ext cx="7490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PRAZO DE </a:t>
            </a:r>
            <a:r>
              <a:rPr lang="pt-BR" sz="215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SUBMISSÃO PRORROGADO</a:t>
            </a:r>
            <a:endParaRPr sz="2150" strike="sngStrike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516476" y="10152300"/>
            <a:ext cx="62928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ATÉ 19 DE JUNHO</a:t>
            </a:r>
            <a:endParaRPr sz="46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000" y="7647000"/>
            <a:ext cx="1159400" cy="1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2475450" y="7790075"/>
            <a:ext cx="5690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DATAS IMPORTANTES</a:t>
            </a:r>
            <a:endParaRPr sz="26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185777" y="8885075"/>
            <a:ext cx="71862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Submissão de trabalhos:   </a:t>
            </a:r>
            <a:r>
              <a:rPr lang="pt-BR" sz="2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até 25/05</a:t>
            </a:r>
            <a:endParaRPr sz="2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Avaliação de trabalhos:      </a:t>
            </a:r>
            <a:r>
              <a:rPr lang="pt-BR" sz="2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02/06 a 28/06</a:t>
            </a:r>
            <a:endParaRPr sz="2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Notificação de Aceite:        </a:t>
            </a:r>
            <a:r>
              <a:rPr lang="pt-BR" sz="2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06/07</a:t>
            </a:r>
            <a:endParaRPr sz="2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Envio final de trabalhos:     </a:t>
            </a:r>
            <a:r>
              <a:rPr lang="pt-BR" sz="2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17/07</a:t>
            </a:r>
            <a:endParaRPr sz="2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