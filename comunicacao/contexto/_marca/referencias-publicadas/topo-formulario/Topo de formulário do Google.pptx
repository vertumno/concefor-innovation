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810000" cx="15240000"/>
  <p:notesSz cx="6858000" cy="9144000"/>
  <p:embeddedFontLst>
    <p:embeddedFont>
      <p:font typeface="Teko SemiBold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00">
          <p15:clr>
            <a:srgbClr val="747775"/>
          </p15:clr>
        </p15:guide>
        <p15:guide id="2" pos="48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00" orient="horz"/>
        <p:guide pos="48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TekoSemiBold-regular.fntdata"/><Relationship Id="rId8" Type="http://schemas.openxmlformats.org/officeDocument/2006/relationships/font" Target="fonts/Tek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3428747" y="685800"/>
            <a:ext cx="1371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-3428747" y="685800"/>
            <a:ext cx="1371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9514" y="551537"/>
            <a:ext cx="14201100" cy="15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9500" y="2099352"/>
            <a:ext cx="14201100" cy="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9500" y="1593222"/>
            <a:ext cx="14201100" cy="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9500" y="329648"/>
            <a:ext cx="142011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9500" y="853685"/>
            <a:ext cx="14201100" cy="25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9500" y="329648"/>
            <a:ext cx="142011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9500" y="853685"/>
            <a:ext cx="6666600" cy="25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054000" y="853685"/>
            <a:ext cx="6666600" cy="25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9500" y="329648"/>
            <a:ext cx="142011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9500" y="411556"/>
            <a:ext cx="4680000" cy="5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9500" y="1029333"/>
            <a:ext cx="4680000" cy="23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7083" y="333444"/>
            <a:ext cx="10613100" cy="30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620000" y="-93"/>
            <a:ext cx="7620000" cy="381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42500" y="913463"/>
            <a:ext cx="67419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42500" y="2076352"/>
            <a:ext cx="6741900" cy="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232500" y="536352"/>
            <a:ext cx="6395100" cy="27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9500" y="3133759"/>
            <a:ext cx="9998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9500" y="819352"/>
            <a:ext cx="14201100" cy="14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9500" y="2334981"/>
            <a:ext cx="14201100" cy="9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9500" y="329648"/>
            <a:ext cx="142011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9500" y="853685"/>
            <a:ext cx="14201100" cy="25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120763" y="3454235"/>
            <a:ext cx="914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III_Concefor_logo_vertical_br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75" y="-148398"/>
            <a:ext cx="2902800" cy="3871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541100" y="2751764"/>
            <a:ext cx="65232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>
                <a:solidFill>
                  <a:srgbClr val="00DCC9"/>
                </a:solidFill>
                <a:latin typeface="Teko SemiBold"/>
                <a:ea typeface="Teko SemiBold"/>
                <a:cs typeface="Teko SemiBold"/>
                <a:sym typeface="Teko SemiBold"/>
              </a:rPr>
              <a:t>17 a 20 de Agosto de 2026</a:t>
            </a:r>
            <a:endParaRPr sz="3400">
              <a:solidFill>
                <a:srgbClr val="00DCC9"/>
              </a:solidFill>
              <a:latin typeface="Teko SemiBold"/>
              <a:ea typeface="Teko SemiBold"/>
              <a:cs typeface="Teko SemiBold"/>
              <a:sym typeface="Teko Semi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3644392" y="2309901"/>
            <a:ext cx="6756000" cy="3600"/>
          </a:xfrm>
          <a:prstGeom prst="straightConnector1">
            <a:avLst/>
          </a:prstGeom>
          <a:noFill/>
          <a:ln cap="flat" cmpd="sng" w="28575">
            <a:solidFill>
              <a:srgbClr val="00DC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" name="Google Shape;57;p13" title="VIIIConcefor-Tem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6675" y="561250"/>
            <a:ext cx="6945874" cy="15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Redes sociai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42000" y="2301600"/>
            <a:ext cx="2152375" cy="11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Sel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40925" y="913900"/>
            <a:ext cx="2254700" cy="22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