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620000" cx="5715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Montserrat Medium"/>
      <p:regular r:id="rId12"/>
      <p:bold r:id="rId13"/>
      <p:italic r:id="rId14"/>
      <p:boldItalic r:id="rId15"/>
    </p:embeddedFont>
    <p:embeddedFont>
      <p:font typeface="Teko Medium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00">
          <p15:clr>
            <a:srgbClr val="747775"/>
          </p15:clr>
        </p15:guide>
        <p15:guide id="2" pos="18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00" orient="horz"/>
        <p:guide pos="18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MontserratMedium-bold.fntdata"/><Relationship Id="rId12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MontserratMedium-boldItalic.fntdata"/><Relationship Id="rId14" Type="http://schemas.openxmlformats.org/officeDocument/2006/relationships/font" Target="fonts/MontserratMedium-italic.fntdata"/><Relationship Id="rId17" Type="http://schemas.openxmlformats.org/officeDocument/2006/relationships/font" Target="fonts/TekoMedium-bold.fntdata"/><Relationship Id="rId16" Type="http://schemas.openxmlformats.org/officeDocument/2006/relationships/font" Target="fonts/Tek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ccc6141b_0_2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ccc614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e0b4fa319_0_0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e0b4fa3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103074"/>
            <a:ext cx="5325300" cy="30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198704"/>
            <a:ext cx="5325300" cy="11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186444"/>
            <a:ext cx="5325300" cy="12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659296"/>
            <a:ext cx="53253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707370"/>
            <a:ext cx="5325300" cy="5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659296"/>
            <a:ext cx="53253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707370"/>
            <a:ext cx="2499900" cy="5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707370"/>
            <a:ext cx="2499900" cy="5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659296"/>
            <a:ext cx="53253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823111"/>
            <a:ext cx="1755000" cy="11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058667"/>
            <a:ext cx="1755000" cy="47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666889"/>
            <a:ext cx="3979800" cy="60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185"/>
            <a:ext cx="2857500" cy="76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1826926"/>
            <a:ext cx="2528100" cy="21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152704"/>
            <a:ext cx="25281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072704"/>
            <a:ext cx="2398200" cy="54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6267519"/>
            <a:ext cx="3749400" cy="8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638704"/>
            <a:ext cx="5325300" cy="290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4669963"/>
            <a:ext cx="5325300" cy="19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659296"/>
            <a:ext cx="53253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707370"/>
            <a:ext cx="5325300" cy="50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6908469"/>
            <a:ext cx="342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8625" y="3983675"/>
            <a:ext cx="40404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28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Centro de Referência em Formação e em Educação a Distância do Ifes tem a honra de convidar </a:t>
            </a:r>
            <a:r>
              <a:rPr b="1" lang="pt-BR" sz="12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Vossa </a:t>
            </a:r>
            <a:r>
              <a:rPr b="1" lang="pt-BR" sz="12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Magnificência</a:t>
            </a:r>
            <a:r>
              <a:rPr b="1" lang="pt-BR" sz="12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28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a 8ª Edição do Concefor. Vamos reunir pesquisadores de todo o Brasil para debater tecnologia, inovação docente e novos cenários da Educação a Distância e híbrida. Um espaço essencial para compartilhar saberes e construir o futuro da educação.</a:t>
            </a:r>
            <a:endParaRPr sz="118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79133" y="6094911"/>
            <a:ext cx="38151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rgbClr val="00DCC9"/>
                </a:solidFill>
                <a:latin typeface="Montserrat"/>
                <a:ea typeface="Montserrat"/>
                <a:cs typeface="Montserrat"/>
                <a:sym typeface="Montserrat"/>
              </a:rPr>
              <a:t>O evento acontecerá nas dependências do Cefor</a:t>
            </a:r>
            <a:endParaRPr sz="1180">
              <a:solidFill>
                <a:srgbClr val="00DC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Rua Barão de Mauá 30, </a:t>
            </a:r>
            <a:endParaRPr sz="118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Jucutuquara - Vitória - ES</a:t>
            </a:r>
            <a:endParaRPr sz="118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489350" y="6071290"/>
            <a:ext cx="3635100" cy="0"/>
          </a:xfrm>
          <a:prstGeom prst="straightConnector1">
            <a:avLst/>
          </a:prstGeom>
          <a:noFill/>
          <a:ln cap="flat" cmpd="sng" w="9525">
            <a:solidFill>
              <a:srgbClr val="00DC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3359175" y="458175"/>
            <a:ext cx="1158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17 - 20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AGOSTO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664175" y="458175"/>
            <a:ext cx="92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DCC9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600">
              <a:solidFill>
                <a:srgbClr val="00DCC9"/>
              </a:solidFill>
            </a:endParaRPr>
          </a:p>
        </p:txBody>
      </p:sp>
      <p:pic>
        <p:nvPicPr>
          <p:cNvPr id="59" name="Google Shape;59;p13" title="VIII_Concefor_logo_vertical_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5" y="151675"/>
            <a:ext cx="2285975" cy="30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688040" y="2169378"/>
            <a:ext cx="2065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Tecnologia, Transformação </a:t>
            </a:r>
            <a:endParaRPr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e Educação a Distância:</a:t>
            </a:r>
            <a:endParaRPr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99312" y="3264738"/>
            <a:ext cx="3554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Convite</a:t>
            </a:r>
            <a:endParaRPr sz="3100"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690210" y="2563974"/>
            <a:ext cx="2065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 anos construindo novos cenários educacionais 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398625" y="3983675"/>
            <a:ext cx="40404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28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Centro de Referência em Formação e em Educação a Distância do Ifes tem a honra de convidar </a:t>
            </a:r>
            <a:r>
              <a:rPr b="1" lang="pt-BR" sz="12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Vossa Senhoria</a:t>
            </a:r>
            <a:r>
              <a:rPr lang="pt-BR" sz="128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para a 8ª Edição do Concefor. Vamos reunir pesquisadores de todo o Brasil para debater tecnologia, inovação docente e novos cenários da Educação a Distância e híbrida. Um espaço essencial para compartilhar saberes e construir o futuro da educação.</a:t>
            </a:r>
            <a:endParaRPr sz="118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79133" y="6094911"/>
            <a:ext cx="38151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rgbClr val="00DCC9"/>
                </a:solidFill>
                <a:latin typeface="Montserrat"/>
                <a:ea typeface="Montserrat"/>
                <a:cs typeface="Montserrat"/>
                <a:sym typeface="Montserrat"/>
              </a:rPr>
              <a:t>O evento acontecerá nas dependências do Cefor</a:t>
            </a:r>
            <a:endParaRPr sz="1180">
              <a:solidFill>
                <a:srgbClr val="00DC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Rua Barão de Mauá 30, </a:t>
            </a:r>
            <a:endParaRPr sz="118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18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Jucutuquara - Vitória - ES</a:t>
            </a:r>
            <a:endParaRPr sz="118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489350" y="6071290"/>
            <a:ext cx="3635100" cy="0"/>
          </a:xfrm>
          <a:prstGeom prst="straightConnector1">
            <a:avLst/>
          </a:prstGeom>
          <a:noFill/>
          <a:ln cap="flat" cmpd="sng" w="9525">
            <a:solidFill>
              <a:srgbClr val="00DC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 txBox="1"/>
          <p:nvPr/>
        </p:nvSpPr>
        <p:spPr>
          <a:xfrm>
            <a:off x="3359175" y="458175"/>
            <a:ext cx="1158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17 - 20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AGOSTO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664175" y="458175"/>
            <a:ext cx="92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DCC9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600">
              <a:solidFill>
                <a:srgbClr val="00DCC9"/>
              </a:solidFill>
            </a:endParaRPr>
          </a:p>
        </p:txBody>
      </p:sp>
      <p:pic>
        <p:nvPicPr>
          <p:cNvPr id="72" name="Google Shape;72;p14" title="VIII_Concefor_logo_vertical_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5" y="151675"/>
            <a:ext cx="2285975" cy="30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2688040" y="2169378"/>
            <a:ext cx="2065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Tecnologia, Transformação </a:t>
            </a:r>
            <a:endParaRPr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e Educação a Distância:</a:t>
            </a:r>
            <a:endParaRPr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99312" y="3264738"/>
            <a:ext cx="3554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Convite</a:t>
            </a:r>
            <a:endParaRPr sz="3100">
              <a:solidFill>
                <a:schemeClr val="lt1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690210" y="2563974"/>
            <a:ext cx="2065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 anos construindo novos cenários educacionais 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