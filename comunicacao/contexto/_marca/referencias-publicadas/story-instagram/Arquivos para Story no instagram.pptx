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18288000" cx="10287000"/>
  <p:notesSz cx="6858000" cy="9144000"/>
  <p:embeddedFontLst>
    <p:embeddedFont>
      <p:font typeface="Montserrat Black"/>
      <p:bold r:id="rId9"/>
      <p:boldItalic r:id="rId10"/>
    </p:embeddedFont>
    <p:embeddedFont>
      <p:font typeface="Montserrat Medium"/>
      <p:regular r:id="rId11"/>
      <p:bold r:id="rId12"/>
      <p:italic r:id="rId13"/>
      <p:boldItalic r:id="rId14"/>
    </p:embeddedFont>
    <p:embeddedFont>
      <p:font typeface="Montserrat ExtraBold"/>
      <p:bold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0">
          <p15:clr>
            <a:srgbClr val="747775"/>
          </p15:clr>
        </p15:guide>
        <p15:guide id="2" pos="3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 orient="horz"/>
        <p:guide pos="32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Medium-regular.fntdata"/><Relationship Id="rId10" Type="http://schemas.openxmlformats.org/officeDocument/2006/relationships/font" Target="fonts/MontserratBlack-boldItalic.fntdata"/><Relationship Id="rId13" Type="http://schemas.openxmlformats.org/officeDocument/2006/relationships/font" Target="fonts/MontserratMedium-italic.fntdata"/><Relationship Id="rId12" Type="http://schemas.openxmlformats.org/officeDocument/2006/relationships/font" Target="fonts/Montserrat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Black-bold.fntdata"/><Relationship Id="rId15" Type="http://schemas.openxmlformats.org/officeDocument/2006/relationships/font" Target="fonts/MontserratExtraBold-bold.fntdata"/><Relationship Id="rId14" Type="http://schemas.openxmlformats.org/officeDocument/2006/relationships/font" Target="fonts/MontserratMedium-boldItalic.fntdata"/><Relationship Id="rId16" Type="http://schemas.openxmlformats.org/officeDocument/2006/relationships/font" Target="fonts/Montserrat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f3a31fe1d_0_1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f3a31fe1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f3a31fe1d_0_7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f3a31fe1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1pPr>
            <a:lvl2pPr lvl="1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2pPr>
            <a:lvl3pPr lvl="2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3pPr>
            <a:lvl4pPr lvl="3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4pPr>
            <a:lvl5pPr lvl="4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5pPr>
            <a:lvl6pPr lvl="5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6pPr>
            <a:lvl7pPr lvl="6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7pPr>
            <a:lvl8pPr lvl="7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8pPr>
            <a:lvl9pPr lvl="8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1pPr>
            <a:lvl2pPr lvl="1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2pPr>
            <a:lvl3pPr lvl="2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3pPr>
            <a:lvl4pPr lvl="3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4pPr>
            <a:lvl5pPr lvl="4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5pPr>
            <a:lvl6pPr lvl="5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6pPr>
            <a:lvl7pPr lvl="6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7pPr>
            <a:lvl8pPr lvl="7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8pPr>
            <a:lvl9pPr lvl="8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8" lvl="4" marL="22860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8" lvl="5" marL="27432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8" lvl="6" marL="32004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8" lvl="7" marL="36576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8" lvl="8" marL="41148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00638" lvl="0" marL="4572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indent="-376061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1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1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1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1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1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00638" lvl="0" marL="4572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indent="-376061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1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1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1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1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1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1pPr>
            <a:lvl2pPr lvl="1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2pPr>
            <a:lvl3pPr lvl="2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3pPr>
            <a:lvl4pPr lvl="3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4pPr>
            <a:lvl5pPr lvl="4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5pPr>
            <a:lvl6pPr lvl="5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6pPr>
            <a:lvl7pPr lvl="6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7pPr>
            <a:lvl8pPr lvl="7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8pPr>
            <a:lvl9pPr lvl="8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376061" lvl="0" marL="4572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1pPr>
            <a:lvl2pPr indent="-376061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1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1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1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1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1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1pPr>
            <a:lvl2pPr lvl="1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2pPr>
            <a:lvl3pPr lvl="2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3pPr>
            <a:lvl4pPr lvl="3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4pPr>
            <a:lvl5pPr lvl="4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5pPr>
            <a:lvl6pPr lvl="5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6pPr>
            <a:lvl7pPr lvl="6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7pPr>
            <a:lvl8pPr lvl="7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8pPr>
            <a:lvl9pPr lvl="8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76925" lIns="176925" spcFirstLastPara="1" rIns="176925" wrap="square" tIns="17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1pPr>
            <a:lvl2pPr lvl="1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2pPr>
            <a:lvl3pPr lvl="2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3pPr>
            <a:lvl4pPr lvl="3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4pPr>
            <a:lvl5pPr lvl="4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5pPr>
            <a:lvl6pPr lvl="5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6pPr>
            <a:lvl7pPr lvl="6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7pPr>
            <a:lvl8pPr lvl="7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8pPr>
            <a:lvl9pPr lvl="8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indent="-449791" lvl="0" marL="457200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8" lvl="4" marL="22860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8" lvl="5" marL="27432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8" lvl="6" marL="32004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8" lvl="7" marL="36576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8" lvl="8" marL="41148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3"/>
              <a:buNone/>
              <a:defRPr sz="3483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1pPr>
            <a:lvl2pPr lvl="1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2pPr>
            <a:lvl3pPr lvl="2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3pPr>
            <a:lvl4pPr lvl="3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4pPr>
            <a:lvl5pPr lvl="4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5pPr>
            <a:lvl6pPr lvl="5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6pPr>
            <a:lvl7pPr lvl="6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7pPr>
            <a:lvl8pPr lvl="7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8pPr>
            <a:lvl9pPr lvl="8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 algn="ctr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8" lvl="4" marL="22860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8" lvl="5" marL="27432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8" lvl="6" marL="3200400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8" lvl="7" marL="36576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8" lvl="8" marL="41148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●"/>
              <a:defRPr sz="3483">
                <a:solidFill>
                  <a:schemeClr val="dk2"/>
                </a:solidFill>
              </a:defRPr>
            </a:lvl1pPr>
            <a:lvl2pPr indent="-400638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2pPr>
            <a:lvl3pPr indent="-400638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3pPr>
            <a:lvl4pPr indent="-400638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4pPr>
            <a:lvl5pPr indent="-400638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5pPr>
            <a:lvl6pPr indent="-400638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6pPr>
            <a:lvl7pPr indent="-400638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7pPr>
            <a:lvl8pPr indent="-400638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8pPr>
            <a:lvl9pPr indent="-400638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 algn="r">
              <a:buNone/>
              <a:defRPr sz="1935">
                <a:solidFill>
                  <a:schemeClr val="dk2"/>
                </a:solidFill>
              </a:defRPr>
            </a:lvl1pPr>
            <a:lvl2pPr lvl="1" algn="r">
              <a:buNone/>
              <a:defRPr sz="1935">
                <a:solidFill>
                  <a:schemeClr val="dk2"/>
                </a:solidFill>
              </a:defRPr>
            </a:lvl2pPr>
            <a:lvl3pPr lvl="2" algn="r">
              <a:buNone/>
              <a:defRPr sz="1935">
                <a:solidFill>
                  <a:schemeClr val="dk2"/>
                </a:solidFill>
              </a:defRPr>
            </a:lvl3pPr>
            <a:lvl4pPr lvl="3" algn="r">
              <a:buNone/>
              <a:defRPr sz="1935">
                <a:solidFill>
                  <a:schemeClr val="dk2"/>
                </a:solidFill>
              </a:defRPr>
            </a:lvl4pPr>
            <a:lvl5pPr lvl="4" algn="r">
              <a:buNone/>
              <a:defRPr sz="1935">
                <a:solidFill>
                  <a:schemeClr val="dk2"/>
                </a:solidFill>
              </a:defRPr>
            </a:lvl5pPr>
            <a:lvl6pPr lvl="5" algn="r">
              <a:buNone/>
              <a:defRPr sz="1935">
                <a:solidFill>
                  <a:schemeClr val="dk2"/>
                </a:solidFill>
              </a:defRPr>
            </a:lvl6pPr>
            <a:lvl7pPr lvl="6" algn="r">
              <a:buNone/>
              <a:defRPr sz="1935">
                <a:solidFill>
                  <a:schemeClr val="dk2"/>
                </a:solidFill>
              </a:defRPr>
            </a:lvl7pPr>
            <a:lvl8pPr lvl="7" algn="r">
              <a:buNone/>
              <a:defRPr sz="1935">
                <a:solidFill>
                  <a:schemeClr val="dk2"/>
                </a:solidFill>
              </a:defRPr>
            </a:lvl8pPr>
            <a:lvl9pPr lvl="8" algn="r">
              <a:buNone/>
              <a:defRPr sz="1935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103850" y="12209675"/>
            <a:ext cx="7147800" cy="41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Centro de Referência em Formação e Educação a Distância do ifes convida você para a 8ª edição do Concefor. Vamos reunir pesquisadores de todo o Brasil para debater tecnologia, inovação docente e os novos cenários do ensino a distância e híbrido. Um espaço essencial para compartilhar saberes e construir o futuro da educação.</a:t>
            </a:r>
            <a:endParaRPr sz="25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3000" y="12523800"/>
            <a:ext cx="1159400" cy="1063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2475450" y="12666875"/>
            <a:ext cx="71469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SUBMISSÕES: </a:t>
            </a:r>
            <a:r>
              <a:rPr lang="pt-BR" sz="32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ATÉ 25 DE MAIO</a:t>
            </a:r>
            <a:endParaRPr sz="320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3000" y="12523800"/>
            <a:ext cx="1159400" cy="1063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75450" y="12666875"/>
            <a:ext cx="71469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DATAS IMPORTANTES</a:t>
            </a:r>
            <a:endParaRPr sz="320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1203000" y="13761875"/>
            <a:ext cx="7186200" cy="22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Submissão de trabalhos:   </a:t>
            </a:r>
            <a:r>
              <a:rPr lang="pt-BR"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até 25/05</a:t>
            </a:r>
            <a:endParaRPr sz="26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Avaliação de trabalhos:      </a:t>
            </a:r>
            <a:r>
              <a:rPr lang="pt-BR"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02/06 a 28/06</a:t>
            </a:r>
            <a:endParaRPr sz="26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Notificação de Aceite:        </a:t>
            </a:r>
            <a:r>
              <a:rPr lang="pt-BR"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06/07</a:t>
            </a:r>
            <a:endParaRPr sz="26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Envio final de trabalhos:     </a:t>
            </a:r>
            <a:r>
              <a:rPr lang="pt-BR"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17/07</a:t>
            </a:r>
            <a:endParaRPr sz="26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